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322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theme: these updates take the two things that slow us down — receiving at the counter, and answering 'how are we doing?' — and make both a scan or a click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brand-new capabilities (QR receive, logbook), one report upgraded (external requests), and two new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QR code in the corner of the form. Fewer steps at the counter — the QR takes staff straight to the document. Sample data on the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non-technical staff: no app to install on most phones — the camera does it. Google Lens is the fallback for Android phones that don't auto-detect; a QR scanner app is the last resort. Tapping the link opens DTIS; they log in once, then Receive.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one row aloud. Reassure that it's safe by design. The next two slides show the actual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screens with sample data (control no. 2026-07-000482), not live records. Left to right: scan shows the document, one confirm receives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protective outcomes from the same QR code. Reassure staff they can't 'break' anything by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a familiar thing made easier: their logbook, without the paper and handwriting.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Portrait screenshot with sample data (not live records). Walk one row: forwarded to ACCT, received by Dela Cruz, Maria at 09:41 — that receipt row turns green. Awaiting rows are still out; Returned came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updates improve output too — knowing how we're doing. Each report is simple and answers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change: it now measures against deadlines, not just lists documents. Be honest about the holiday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numbers are illustrative — swap in a real period if you can. A counting report, not a timing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analytical report. Frame for supervisors: this is how you find the bottleneck. Walk the 'read fairly'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value to the user, not the feature list. Offer to swap sample report numbers for real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7863840" cy="3566160"/>
          </a:xfrm>
          <a:prstGeom prst="roundRect">
            <a:avLst>
              <a:gd name="adj" fmla="val 2051"/>
            </a:avLst>
          </a:prstGeom>
          <a:solidFill>
            <a:srgbClr val="16262E">
              <a:alpha val="72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DTIS · FEATURE UPDATES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in DTIS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Receive  ·  Routing Logbook  ·  New &amp; Updated Reports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12700">
            <a:solidFill>
              <a:srgbClr val="64FFDA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DOH Western Visayas · Center for Health Development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Date ]   |   Presenter: [ Name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ROLLING 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updates in this release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91440" cy="731520"/>
          </a:xfrm>
          <a:prstGeom prst="roundRect">
            <a:avLst>
              <a:gd name="adj" fmla="val 30000"/>
            </a:avLst>
          </a:prstGeom>
          <a:solidFill>
            <a:srgbClr val="64FFD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Receive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tracking form's QR code to receive a document — confirm once, done.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26680" y="146304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9" name="Text 7"/>
          <p:cNvSpPr/>
          <p:nvPr/>
        </p:nvSpPr>
        <p:spPr>
          <a:xfrm>
            <a:off x="7726680" y="1463040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21408"/>
            <a:ext cx="91440" cy="731520"/>
          </a:xfrm>
          <a:prstGeom prst="roundRect">
            <a:avLst>
              <a:gd name="adj" fmla="val 30000"/>
            </a:avLst>
          </a:prstGeom>
          <a:solidFill>
            <a:srgbClr val="64FFD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12848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Logbook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252374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logbook, online — what came in, when, and who received 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26680" y="2304288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2304288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62656"/>
            <a:ext cx="91440" cy="731520"/>
          </a:xfrm>
          <a:prstGeom prst="roundRect">
            <a:avLst>
              <a:gd name="adj" fmla="val 30000"/>
            </a:avLst>
          </a:prstGeom>
          <a:solidFill>
            <a:srgbClr val="D9CF6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54096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Requests report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3649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tracks each request against its deadline, with status colors.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0336" y="3145536"/>
            <a:ext cx="1243584" cy="365760"/>
          </a:xfrm>
          <a:prstGeom prst="roundRect">
            <a:avLst>
              <a:gd name="adj" fmla="val 15000"/>
            </a:avLst>
          </a:prstGeom>
          <a:solidFill>
            <a:srgbClr val="D9CF63"/>
          </a:solidFill>
          <a:ln/>
        </p:spPr>
      </p:sp>
      <p:sp>
        <p:nvSpPr>
          <p:cNvPr id="21" name="Text 19"/>
          <p:cNvSpPr/>
          <p:nvPr/>
        </p:nvSpPr>
        <p:spPr>
          <a:xfrm>
            <a:off x="7260336" y="3145536"/>
            <a:ext cx="124358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80390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03904"/>
            <a:ext cx="91440" cy="731520"/>
          </a:xfrm>
          <a:prstGeom prst="roundRect">
            <a:avLst>
              <a:gd name="adj" fmla="val 30000"/>
            </a:avLst>
          </a:prstGeom>
          <a:solidFill>
            <a:srgbClr val="64FFD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95344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Unit &amp; Turnaround Time reports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by category, and how long each office holds documents.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26680" y="398678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3986784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4640580"/>
            <a:ext cx="4206240" cy="310896"/>
          </a:xfrm>
          <a:prstGeom prst="roundRect">
            <a:avLst>
              <a:gd name="adj" fmla="val 50000"/>
            </a:avLst>
          </a:prstGeom>
          <a:ln w="12700">
            <a:solidFill>
              <a:srgbClr val="64FF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6405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Tracking Information System · DOH WV CHD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RECEIVE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a document by scanning its tracking 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01000" y="32918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0" y="329184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846320" cy="2788920"/>
          </a:xfrm>
          <a:prstGeom prst="roundRect">
            <a:avLst>
              <a:gd name="adj" fmla="val 2623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7160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printed tracking form now carries a QR code marked </a:t>
            </a:r>
            <a:r>
              <a:rPr lang="en-US" sz="1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“SCAN TO RECEIVE.”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receiving office scans it — no searching a list, no manual status change. One confirmation tap logs it as received and sets it to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Process.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form is unchanged for records — same layout and control number, plus the QR code.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611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Bundle-aware — </a:t>
            </a: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scan receives every attached document.</a:t>
            </a:r>
            <a:endParaRPr lang="en-US" sz="1100" dirty="0"/>
          </a:p>
        </p:txBody>
      </p:sp>
      <p:pic>
        <p:nvPicPr>
          <p:cNvPr id="9" name="Image 0" descr="docs/screens/07-tracking-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051560"/>
            <a:ext cx="2487168" cy="3291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15000" y="4325112"/>
            <a:ext cx="3035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tracking form (sample)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SCAN THE QR CODE</a:t>
            </a:r>
            <a:endParaRPr lang="en-US" sz="2600" dirty="0"/>
          </a:p>
        </p:txBody>
      </p:sp>
      <p:pic>
        <p:nvPicPr>
          <p:cNvPr id="3" name="Image 0" descr="docs/screens/09-scan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914400"/>
            <a:ext cx="1993392" cy="38961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" y="4792287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camera scanning (sample)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063240" y="1051560"/>
            <a:ext cx="5623560" cy="2167629"/>
          </a:xfrm>
          <a:prstGeom prst="roundRect">
            <a:avLst>
              <a:gd name="adj" fmla="val 241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19272" y="1188720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scan</a:t>
            </a:r>
            <a:r>
              <a:rPr lang="en-US" sz="110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most phones need no app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19272" y="1554480"/>
            <a:ext cx="5111496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37560" y="1728216"/>
            <a:ext cx="347472" cy="347472"/>
          </a:xfrm>
          <a:prstGeom prst="ellipse">
            <a:avLst/>
          </a:prstGeom>
          <a:solidFill>
            <a:srgbClr val="64FFDA"/>
          </a:solidFill>
          <a:ln/>
        </p:spPr>
      </p:sp>
      <p:sp>
        <p:nvSpPr>
          <p:cNvPr id="9" name="Text 6"/>
          <p:cNvSpPr/>
          <p:nvPr/>
        </p:nvSpPr>
        <p:spPr>
          <a:xfrm>
            <a:off x="3337560" y="1728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1691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Camera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840480" y="194767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Camera app, point at the QR, and tap the link that appears.  (iPhone &amp; most Android)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2478024"/>
            <a:ext cx="347472" cy="347472"/>
          </a:xfrm>
          <a:prstGeom prst="ellipse">
            <a:avLst/>
          </a:prstGeom>
          <a:solidFill>
            <a:srgbClr val="64FFDA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2478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840480" y="24414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Lens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840480" y="26974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Google app, tap the Lens icon, point at the QR, then tap the result.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0" y="34472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08960" y="4197096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option opens DTIS in your browser — </a:t>
            </a:r>
            <a:r>
              <a:rPr lang="en-US" sz="11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if prompted, then tap Receive.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CODE, THE RIGHT RESPONSE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DTIS checks who is scanning and the document's state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9260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it is scanned by…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scanner sees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A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correct office, document waiting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document + Receive → Received!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Received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different office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“Not Assigned to Your Office”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received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“Already Received”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change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completed document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“Document Closed”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change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invalid / unknown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EFA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“Document Not Found”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33C">
                        <a:alpha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QR code is a guardrail, not a blind button — the wrong office can't receive, and nothing gets received twice.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SUCCESSFUL SCAN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receiving office sees — sample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Scan opens the document</a:t>
            </a:r>
            <a:endParaRPr lang="en-US" sz="1100" dirty="0"/>
          </a:p>
        </p:txBody>
      </p:sp>
      <p:pic>
        <p:nvPicPr>
          <p:cNvPr id="5" name="Image 0" descr="docs/screens/01-confi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09928"/>
            <a:ext cx="3977640" cy="2613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4173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Confirm → Received</a:t>
            </a:r>
            <a:endParaRPr lang="en-US" sz="1100" dirty="0"/>
          </a:p>
        </p:txBody>
      </p:sp>
      <p:pic>
        <p:nvPicPr>
          <p:cNvPr id="7" name="Image 1" descr="docs/screens/02-succ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709928"/>
            <a:ext cx="3977640" cy="26138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15968" y="26517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becomes On Process and the receipt is logged with the office, person, and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— WHEN DTIS SAYS “NOT YET”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code, a different response for each situation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02336" y="1737360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office</a:t>
            </a:r>
            <a:endParaRPr lang="en-US" sz="1100" dirty="0"/>
          </a:p>
        </p:txBody>
      </p:sp>
      <p:pic>
        <p:nvPicPr>
          <p:cNvPr id="5" name="Image 0" descr="docs/screens/03-wrong-off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029968"/>
            <a:ext cx="1975104" cy="12979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23744" y="1737360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received</a:t>
            </a:r>
            <a:endParaRPr lang="en-US" sz="1100" dirty="0"/>
          </a:p>
        </p:txBody>
      </p:sp>
      <p:pic>
        <p:nvPicPr>
          <p:cNvPr id="7" name="Image 1" descr="docs/screens/04-already-receiv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744" y="2029968"/>
            <a:ext cx="1975104" cy="12979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5152" y="1737360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closed</a:t>
            </a:r>
            <a:endParaRPr lang="en-US" sz="1100" dirty="0"/>
          </a:p>
        </p:txBody>
      </p:sp>
      <p:pic>
        <p:nvPicPr>
          <p:cNvPr id="9" name="Image 2" descr="docs/screens/05-clos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2029968"/>
            <a:ext cx="1975104" cy="12979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66560" y="1737360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QR code</a:t>
            </a:r>
            <a:endParaRPr lang="en-US" sz="1100" dirty="0"/>
          </a:p>
        </p:txBody>
      </p:sp>
      <p:pic>
        <p:nvPicPr>
          <p:cNvPr id="11" name="Image 3" descr="docs/screens/06-not-fou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2029968"/>
            <a:ext cx="1975104" cy="129792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wrong office can't receive a document, and nothing gets received twice — the scanner is always told exactly why.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4572000" y="4640580"/>
            <a:ext cx="4206240" cy="310896"/>
          </a:xfrm>
          <a:prstGeom prst="roundRect">
            <a:avLst>
              <a:gd name="adj" fmla="val 50000"/>
            </a:avLst>
          </a:prstGeom>
          <a:ln w="12700">
            <a:solidFill>
              <a:srgbClr val="64FFD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0" y="46405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Tracking Information System · DOH WV CHD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LOGBOOK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logbook, online — per office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01000" y="32918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0" y="329184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generates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01368"/>
            <a:ext cx="3566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dated list of documents routed to your office.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each: control number, category, date routed.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received it, and the exact time received.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Newest first; choose any date range.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2697480"/>
          </a:xfrm>
          <a:prstGeom prst="roundRect">
            <a:avLst>
              <a:gd name="adj" fmla="val 2712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1032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801368"/>
            <a:ext cx="3566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the handwritten routing logbook.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accountability, captured automatically.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audits and reconciliation anytime.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answer to “did we receive it, and when?”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C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demo:  </a:t>
            </a:r>
            <a:r>
              <a:rPr lang="en-US" sz="10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view defaults to yesterday–today — widen the date filter for older records.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LOGBOOK — IN THE APP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receipt tracking, at a glance — sample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01000" y="32918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0" y="329184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pic>
        <p:nvPicPr>
          <p:cNvPr id="6" name="Image 0" descr="docs/screens/08-routing-log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98448"/>
            <a:ext cx="2487168" cy="35815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870826"/>
            <a:ext cx="3035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Logbook (sample data)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11880" y="1298448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1444752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1810512"/>
            <a:ext cx="461772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67912" y="192024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11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 of every document your office has forwarded.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number, subject, and </a:t>
            </a:r>
            <a:r>
              <a:rPr lang="en-US" sz="11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office.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received it and </a:t>
            </a:r>
            <a:r>
              <a:rPr lang="en-US" sz="11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when</a:t>
            </a: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receiver's name and timestamp.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per-row </a:t>
            </a:r>
            <a:r>
              <a:rPr lang="en-US" sz="11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status</a:t>
            </a: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Received, Awaiting, or Returned.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177800" indent="-177800">
              <a:buSzPct val="100000"/>
              <a:buChar char="–"/>
            </a:pP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tally — </a:t>
            </a:r>
            <a:r>
              <a:rPr lang="en-US" sz="11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“4 / 7 received”</a:t>
            </a:r>
            <a:r>
              <a:rPr lang="en-US" sz="11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updates as receipts come in.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0" y="4640580"/>
            <a:ext cx="4206240" cy="310896"/>
          </a:xfrm>
          <a:prstGeom prst="roundRect">
            <a:avLst>
              <a:gd name="adj" fmla="val 50000"/>
            </a:avLst>
          </a:prstGeom>
          <a:ln w="12700">
            <a:solidFill>
              <a:srgbClr val="64FF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46405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Tracking Information System · DOH WV CHD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498080" cy="2194560"/>
          </a:xfrm>
          <a:prstGeom prst="roundRect">
            <a:avLst>
              <a:gd name="adj" fmla="val 3333"/>
            </a:avLst>
          </a:prstGeom>
          <a:solidFill>
            <a:srgbClr val="16262E">
              <a:alpha val="7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reports — each answers one plain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“Are we meeting deadlines?”   ·   “How much of what did we handle?”   ·   “Where does the time go?”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REQUESTS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“Are we meeting our deadlines?”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534656" y="329184"/>
            <a:ext cx="1243584" cy="365760"/>
          </a:xfrm>
          <a:prstGeom prst="roundRect">
            <a:avLst>
              <a:gd name="adj" fmla="val 15000"/>
            </a:avLst>
          </a:prstGeom>
          <a:solidFill>
            <a:srgbClr val="D9CF63"/>
          </a:solidFill>
          <a:ln/>
        </p:spPr>
      </p:sp>
      <p:sp>
        <p:nvSpPr>
          <p:cNvPr id="5" name="Text 3"/>
          <p:cNvSpPr/>
          <p:nvPr/>
        </p:nvSpPr>
        <p:spPr>
          <a:xfrm>
            <a:off x="7534656" y="329184"/>
            <a:ext cx="124358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generates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01368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external request for your office in a date range.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tracked against its deadline (working days by category).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Color-coded: Completed, Due soon, Overdue, Pending.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started, where it sits now, latest remark.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for filing and records.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1032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801368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a plain list into a deadline monitor.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Citizen Charter / Anti-Red Tape Act timeliness.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items surface before they become complaints.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weekdays only — holidays not deducted.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41148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40233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4114800"/>
            <a:ext cx="128016" cy="12801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40233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soon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4114800"/>
            <a:ext cx="128016" cy="128016"/>
          </a:xfrm>
          <a:prstGeom prst="ellipse">
            <a:avLst/>
          </a:prstGeom>
          <a:solidFill>
            <a:srgbClr val="E0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0233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4114800"/>
            <a:ext cx="128016" cy="128016"/>
          </a:xfrm>
          <a:prstGeom prst="ellipse">
            <a:avLst/>
          </a:prstGeom>
          <a:solidFill>
            <a:srgbClr val="7A8C99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02336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UNIT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much of what did we handle?”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01000" y="32918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0" y="329184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generates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013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counts broken down by category.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into Purchase Requests, Payments, General.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Per-group subtotals and a grand total.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Filterable by office, source, status, date range.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1032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8013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shape of a unit's workload.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with staffing, planning, workload balancing.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volume snapshot for period reporting.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with Turnaround Time for speed.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Req.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51176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51176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5152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45152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39128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39128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5943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TIME REPORT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does the time go?”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001000" y="32918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64FFDA"/>
          </a:solidFill>
          <a:ln/>
        </p:spPr>
      </p:sp>
      <p:sp>
        <p:nvSpPr>
          <p:cNvPr id="5" name="Text 3"/>
          <p:cNvSpPr/>
          <p:nvPr/>
        </p:nvSpPr>
        <p:spPr>
          <a:xfrm>
            <a:off x="8001000" y="329184"/>
            <a:ext cx="7772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generates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8013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long each office holds a document (receive → forward/close).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Average, fastest, slowest dwell per office, in working days.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an office for a breakdown by category.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count of documents sitting at each office now.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624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10328" y="1709928"/>
            <a:ext cx="3566160" cy="0"/>
          </a:xfrm>
          <a:prstGeom prst="line">
            <a:avLst/>
          </a:prstGeom>
          <a:noFill/>
          <a:ln w="9525">
            <a:solidFill>
              <a:srgbClr val="64FFDA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80136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Pinpoints where documents wait — the real bottlenecks.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“it feels slow” into a measured number.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performance review and process improvement.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fairly: weekends excluded; origin office not counted.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dwell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51176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51176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51176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45152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45152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39128" y="384048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6262E">
              <a:alpha val="86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3904488"/>
            <a:ext cx="1975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39128" y="4315968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B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Sitting now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PEOPLE USING 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2697480" cy="73152"/>
          </a:xfrm>
          <a:prstGeom prst="roundRect">
            <a:avLst>
              <a:gd name="adj" fmla="val 25000"/>
            </a:avLst>
          </a:prstGeom>
          <a:solidFill>
            <a:srgbClr val="64FFD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steps to receive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Scan, confirm, done — with checks that stop wrong-office and double receipts.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12344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73552" y="1234440"/>
            <a:ext cx="2697480" cy="73152"/>
          </a:xfrm>
          <a:prstGeom prst="roundRect">
            <a:avLst>
              <a:gd name="adj" fmla="val 25000"/>
            </a:avLst>
          </a:prstGeom>
          <a:solidFill>
            <a:srgbClr val="64FFDA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1463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logbook, without paper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56432" y="21031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routed document and its receiver, searchable by 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9904" y="123444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16262E">
              <a:alpha val="78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9904" y="1234440"/>
            <a:ext cx="2697480" cy="73152"/>
          </a:xfrm>
          <a:prstGeom prst="roundRect">
            <a:avLst>
              <a:gd name="adj" fmla="val 25000"/>
            </a:avLst>
          </a:prstGeom>
          <a:solidFill>
            <a:srgbClr val="64FFDA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463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offices can act 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2784" y="21031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Deadlines, workload by type, and where time is spent.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E333C">
              <a:alpha val="90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015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to open with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67588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“These updates take the two things that slow us down — receiving at the counter, and answering ‘how are we doing?’ — and make both a scan or a click away.”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F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1569</Words>
  <Application>Microsoft Office PowerPoint</Application>
  <PresentationFormat>On-screen Show (16:9)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DTIS — Feature Updates</dc:title>
  <dc:subject>PptxGenJS Presentation</dc:subject>
  <dc:creator>DTIS</dc:creator>
  <cp:lastModifiedBy>CP WV CHD - ICTU</cp:lastModifiedBy>
  <cp:revision>2</cp:revision>
  <dcterms:created xsi:type="dcterms:W3CDTF">2026-07-26T11:40:42Z</dcterms:created>
  <dcterms:modified xsi:type="dcterms:W3CDTF">2026-07-26T11:45:33Z</dcterms:modified>
</cp:coreProperties>
</file>